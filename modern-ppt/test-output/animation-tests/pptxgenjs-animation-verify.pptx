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测试切换动画 fade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C52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测试切换动画 push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65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测试切换动画 wipe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2026-03-28T06:06:18Z</dcterms:created>
  <dcterms:modified xsi:type="dcterms:W3CDTF">2026-03-28T06:06:18Z</dcterms:modified>
</cp:coreProperties>
</file>