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4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F8F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8D6E6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dissolve 切换动画测试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fade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vintage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8D6E63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fade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272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272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272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8D6E6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grow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8D6E6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D7CCC8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5D40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5D40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5D40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5D40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D4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F8F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8D6E6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vintage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