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2F4F4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dissolve 切换动画测试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2F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zoomIn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1E1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1E1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1E1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DEB887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8B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8B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8B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8B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2F4F4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