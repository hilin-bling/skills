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4A55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 切换动画测试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fade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fade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grow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2D37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2D37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2D37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2D37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4A55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