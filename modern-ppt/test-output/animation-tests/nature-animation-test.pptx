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84CC1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wipeRight 切换动画测试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标题动画: fade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卡片动画: grow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32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第一个卡片动画效果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32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第二个卡片动画效果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✨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532D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第三个卡片动画效果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数据动画测试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4C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动画: grow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动画时长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动画类型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动画序列测试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27432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7" name="Shape 5"/>
          <p:cNvSpPr/>
          <p:nvPr/>
        </p:nvSpPr>
        <p:spPr>
          <a:xfrm>
            <a:off x="1284732" y="1280160"/>
            <a:ext cx="402336" cy="402336"/>
          </a:xfrm>
          <a:prstGeom prst="ellipse">
            <a:avLst/>
          </a:prstGeom>
          <a:solidFill>
            <a:srgbClr val="1665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47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transition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42132" y="1280160"/>
            <a:ext cx="402336" cy="402336"/>
          </a:xfrm>
          <a:prstGeom prst="ellipse">
            <a:avLst/>
          </a:prstGeom>
          <a:solidFill>
            <a:srgbClr val="1665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21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animation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99532" y="1280160"/>
            <a:ext cx="402336" cy="402336"/>
          </a:xfrm>
          <a:prstGeom prst="ellipse">
            <a:avLst/>
          </a:prstGeom>
          <a:solidFill>
            <a:srgbClr val="1665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95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animation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56932" y="1280160"/>
            <a:ext cx="402336" cy="402336"/>
          </a:xfrm>
          <a:prstGeom prst="ellipse">
            <a:avLst/>
          </a:prstGeom>
          <a:solidFill>
            <a:srgbClr val="1665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69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18288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21488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animation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4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84CC1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动画测试完成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 风格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2026-03-28T06:03:49Z</dcterms:created>
  <dcterms:modified xsi:type="dcterms:W3CDTF">2026-03-28T06:03:49Z</dcterms:modified>
</cp:coreProperties>
</file>