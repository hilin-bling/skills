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A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828800" cy="1828800"/>
          </a:xfrm>
          <a:prstGeom prst="ellipse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0284C7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fade 切换动画测试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标题动画: fade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3383280"/>
            <a:ext cx="2743200" cy="274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卡片动画测试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1188720" cy="3657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51560"/>
            <a:ext cx="83210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1556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卡片动画: fade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1965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BAE6F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20240"/>
            <a:ext cx="1965960" cy="54864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57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🎬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30352" y="2487168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" y="281635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C4A6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第一个卡片动画效果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32888" y="1920240"/>
            <a:ext cx="1965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BAE6F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32888" y="1920240"/>
            <a:ext cx="1965960" cy="54864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5" name="Text 13"/>
          <p:cNvSpPr/>
          <p:nvPr/>
        </p:nvSpPr>
        <p:spPr>
          <a:xfrm>
            <a:off x="2532888" y="2057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🎨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606040" y="2487168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06040" y="281635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C4A6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第二个卡片动画效果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08576" y="1920240"/>
            <a:ext cx="1965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BAE6F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08576" y="1920240"/>
            <a:ext cx="1965960" cy="54864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20" name="Text 18"/>
          <p:cNvSpPr/>
          <p:nvPr/>
        </p:nvSpPr>
        <p:spPr>
          <a:xfrm>
            <a:off x="4608576" y="2057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✨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681728" y="2487168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81728" y="281635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C4A6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第三个卡片动画效果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数据动画测试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1188720" cy="3657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动画: grow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BAE6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50ms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603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动画时长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177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BAE6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6177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动画类型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动画序列测试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1188720" cy="3657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08760"/>
            <a:ext cx="8229600" cy="27432"/>
          </a:xfrm>
          <a:prstGeom prst="rect">
            <a:avLst/>
          </a:prstGeom>
          <a:solidFill>
            <a:srgbClr val="BAE6FD"/>
          </a:solidFill>
          <a:ln/>
        </p:spPr>
      </p:sp>
      <p:sp>
        <p:nvSpPr>
          <p:cNvPr id="7" name="Shape 5"/>
          <p:cNvSpPr/>
          <p:nvPr/>
        </p:nvSpPr>
        <p:spPr>
          <a:xfrm>
            <a:off x="1284732" y="1280160"/>
            <a:ext cx="402336" cy="402336"/>
          </a:xfrm>
          <a:prstGeom prst="ellipse">
            <a:avLst/>
          </a:prstGeom>
          <a:solidFill>
            <a:srgbClr val="0369A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4732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1488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transition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42132" y="1280160"/>
            <a:ext cx="402336" cy="402336"/>
          </a:xfrm>
          <a:prstGeom prst="ellipse">
            <a:avLst/>
          </a:prstGeom>
          <a:solidFill>
            <a:srgbClr val="0369A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42132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1828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06040" y="21488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animation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99532" y="1280160"/>
            <a:ext cx="402336" cy="402336"/>
          </a:xfrm>
          <a:prstGeom prst="ellipse">
            <a:avLst/>
          </a:prstGeom>
          <a:solidFill>
            <a:srgbClr val="0369A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9532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1828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0" y="21488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animation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56932" y="1280160"/>
            <a:ext cx="402336" cy="402336"/>
          </a:xfrm>
          <a:prstGeom prst="ellipse">
            <a:avLst/>
          </a:prstGeom>
          <a:solidFill>
            <a:srgbClr val="0369A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56932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29400" y="1828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20840" y="21488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animation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A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828800" cy="1828800"/>
          </a:xfrm>
          <a:prstGeom prst="ellipse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0284C7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动画测试完成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0" y="256032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风格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2026-03-28T06:03:49Z</dcterms:created>
  <dcterms:modified xsi:type="dcterms:W3CDTF">2026-03-28T06:03:49Z</dcterms:modified>
</cp:coreProperties>
</file>