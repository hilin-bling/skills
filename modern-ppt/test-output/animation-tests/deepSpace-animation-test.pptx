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deepSpace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zoomIn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deepSpace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