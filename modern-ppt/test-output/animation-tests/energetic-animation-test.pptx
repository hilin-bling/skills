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pushLeft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bounce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energetic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zoomIn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2D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2D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2D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pulse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energetic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