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AI产品发布会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智创未来 · 科技赋能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2024年度新品发布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核心亮点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高效性能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处理速度提升300%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数据加密保护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云端协同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多端实时同步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市场数据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活跃用户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系统可用性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企业客户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感谢关注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让我们一起创造未来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