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3236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动画模板演示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适度炫酷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500" dirty="0"/>
          </a:p>
        </p:txBody>
      </p:sp>
    </p:spTree>
  </p:cSld>
  <p:clrMapOvr>
    <a:masterClrMapping/>
  </p:clrMapOvr>
  <p:transition spd="med">
    <p:check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产品亮点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高效性能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处理速度提升300%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92024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安全可靠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企业级数据保护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92024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81728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云端协同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多端实时同步</a:t>
            </a:r>
            <a:endParaRPr lang="en-US" sz="1000" dirty="0"/>
          </a:p>
        </p:txBody>
      </p:sp>
    </p:spTree>
  </p:cSld>
  <p:clrMapOvr>
    <a:masterClrMapping/>
  </p:clrMapOvr>
  <p:transition spd="med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市场数据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50万+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活跃用户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系统可用性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企业客户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</a:t>
            </a:r>
            <a:endParaRPr lang="en-US" sz="1100" dirty="0"/>
          </a:p>
        </p:txBody>
      </p:sp>
    </p:spTree>
  </p:cSld>
  <p:clrMapOvr>
    <a:masterClrMapping/>
  </p:clrMapOvr>
  <p:transition spd="med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发展历程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8229600" cy="2743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284732" y="1280160"/>
            <a:ext cx="402336" cy="402336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47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团队成立，开始研发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42132" y="1280160"/>
            <a:ext cx="402336" cy="402336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21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首个版本发布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9532" y="1280160"/>
            <a:ext cx="402336" cy="402336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95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用户突破10万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6932" y="1280160"/>
            <a:ext cx="402336" cy="402336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69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市场占有率第一</a:t>
            </a:r>
            <a:endParaRPr lang="en-US" sz="1000" dirty="0"/>
          </a:p>
        </p:txBody>
      </p:sp>
    </p:spTree>
  </p:cSld>
  <p:clrMapOvr>
    <a:masterClrMapping/>
  </p:clrMapOvr>
  <p:transition spd="med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感谢观看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欢迎体验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31089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contact@example.com</a:t>
            </a:r>
            <a:endParaRPr lang="en-US" sz="1200" dirty="0"/>
          </a:p>
        </p:txBody>
      </p:sp>
    </p:spTree>
  </p:cSld>
  <p:clrMapOvr>
    <a:masterClrMapping/>
  </p:clrMapOvr>
  <p:transition spd="med">
    <p:pull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Office PowerPoint</Application>
  <PresentationFormat>全屏显示(16:9)</PresentationFormat>
  <Paragraphs>43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松 汪</cp:lastModifiedBy>
  <cp:revision>2</cp:revision>
  <dcterms:created xsi:type="dcterms:W3CDTF">2026-03-28T09:39:37Z</dcterms:created>
  <dcterms:modified xsi:type="dcterms:W3CDTF">2026-03-28T09:39:41Z</dcterms:modified>
</cp:coreProperties>
</file>