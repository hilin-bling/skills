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DD6B2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3182C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基于深度学习的图像识别研究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答辩人：张三 | 导师：李教授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计算机科学与技术学院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汇报提纲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研究背景与意义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65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文献综述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517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0160" y="26974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研究方法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375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80160" y="33832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实验设计与结果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233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80160" y="4069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结论与展望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研究意义与价值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96596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理论意义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65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填补研究空白，完善理论体系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920240"/>
            <a:ext cx="196596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应用价值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65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解决实际问题，推动产业发展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920240"/>
            <a:ext cx="196596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🔬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81728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创新点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65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方法创新，提升识别精度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实验结果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准确率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+3.2%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F1分数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32M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15ms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6751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推理时间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DD6B2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3182C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谢谢聆听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敬请各位老师批评指正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31089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zhangsan@university.edu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2026-03-28T05:15:02Z</dcterms:created>
  <dcterms:modified xsi:type="dcterms:W3CDTF">2026-03-28T05:15:02Z</dcterms:modified>
</cp:coreProperties>
</file>