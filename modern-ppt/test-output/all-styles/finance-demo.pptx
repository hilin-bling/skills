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69E2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B6CB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69E2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B6CB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