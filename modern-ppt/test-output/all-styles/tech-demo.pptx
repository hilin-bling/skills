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7816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风格演示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PPT Ultimate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风格测试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8072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74320"/>
            <a:ext cx="2011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数据展示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1188720" cy="36576"/>
          </a:xfrm>
          <a:prstGeom prst="rect">
            <a:avLst/>
          </a:prstGeom>
          <a:solidFill>
            <a:srgbClr val="23863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143000"/>
            <a:ext cx="19202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78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完成度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1143000"/>
            <a:ext cx="19202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风格数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1920240" cy="1645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617720" y="196596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页面类型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1828800" cy="1828800"/>
          </a:xfrm>
          <a:prstGeom prst="ellipse">
            <a:avLst/>
          </a:prstGeom>
          <a:solidFill>
            <a:srgbClr val="F7816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657600"/>
            <a:ext cx="2286000" cy="2286000"/>
          </a:xfrm>
          <a:prstGeom prst="ellipse">
            <a:avLst/>
          </a:prstGeom>
          <a:solidFill>
            <a:srgbClr val="23863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演示结束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2026-03-28T05:15:02Z</dcterms:created>
  <dcterms:modified xsi:type="dcterms:W3CDTF">2026-03-28T05:15:02Z</dcterms:modified>
</cp:coreProperties>
</file>