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2F4F4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6384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风格演示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PPT Ultimate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2F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风格测试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B8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B8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B8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页面类型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2F4F4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演示结束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