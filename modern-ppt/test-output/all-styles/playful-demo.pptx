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E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472B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8328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30936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playful 风格演示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472B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