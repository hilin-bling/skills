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4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F8F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8D6E6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vintage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D4037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8D6E63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8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7CC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4C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D40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F8F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8D6E6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