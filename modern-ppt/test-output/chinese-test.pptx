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2F4F4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🏮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非遗文化传承项目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匠心传承 · 文化永续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2F4F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传统文化保护与创新发展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文化价值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🏮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非遗项目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1E1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保护传统技艺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匠心大师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1E1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传承非遗精神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EB88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🧧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创新传承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C1E1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融合现代元素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2F4F4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D4AF3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感谢关注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传承文化，延续匠心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