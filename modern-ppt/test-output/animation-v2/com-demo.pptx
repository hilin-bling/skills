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320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炫酷动画演示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后端: com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v5.0</a:t>
            </a:r>
            <a:endParaRPr lang="en-US" sz="1500" dirty="0"/>
          </a:p>
        </p:txBody>
      </p:sp>
    </p:spTree>
  </p:cSld>
  <p:clrMapOvr>
    <a:masterClrMapping/>
  </p:clrMapOvr>
  <p:transition spd="slow">
    <p:checke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产品亮点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高效性能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处理速度提升300%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企业级数据保护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云端协同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多端实时同步</a:t>
            </a:r>
            <a:endParaRPr lang="en-US" sz="1000" dirty="0"/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市场数据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50万+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活跃用户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系统可用性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企业客户</a:t>
            </a:r>
            <a:endParaRPr lang="en-US" sz="1200" dirty="0"/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欢迎体验</a:t>
            </a:r>
            <a:endParaRPr lang="en-US" sz="1500" dirty="0"/>
          </a:p>
        </p:txBody>
      </p:sp>
    </p:spTree>
  </p:cSld>
  <p:clrMapOvr>
    <a:masterClrMapping/>
  </p:clrMapOvr>
  <p:transition spd="slow">
    <p:pull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全屏显示(16:9)</PresentationFormat>
  <Paragraphs>30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松 汪</cp:lastModifiedBy>
  <cp:revision>2</cp:revision>
  <dcterms:created xsi:type="dcterms:W3CDTF">2026-03-28T09:38:00Z</dcterms:created>
  <dcterms:modified xsi:type="dcterms:W3CDTF">2026-03-28T09:38:05Z</dcterms:modified>
</cp:coreProperties>
</file>