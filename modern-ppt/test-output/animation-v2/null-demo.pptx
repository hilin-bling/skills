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炫酷动画演示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后端: null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v5.0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051560"/>
            <a:ext cx="83210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15568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产品亮点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30352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高效性能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处理速度提升300%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32888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32888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2532888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606040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安全可靠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企业级数据保护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08576" y="1920240"/>
            <a:ext cx="19659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192024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4608576" y="205740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81728" y="2487168"/>
            <a:ext cx="1819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云端协同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81728" y="2816352"/>
            <a:ext cx="1819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多端实时同步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市场数据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50万+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活跃用户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系统可用性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企业客户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06B6D4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EC4899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欢迎体验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2026-03-28T09:38:08Z</dcterms:created>
  <dcterms:modified xsi:type="dcterms:W3CDTF">2026-03-28T09:38:08Z</dcterms:modified>
</cp:coreProperties>
</file>