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60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853991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731520"/>
            <a:ext cx="1828800" cy="1828800"/>
          </a:xfrm>
          <a:prstGeom prst="ellipse">
            <a:avLst/>
          </a:prstGeom>
          <a:solidFill>
            <a:srgbClr val="F78166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3657600"/>
            <a:ext cx="2286000" cy="2286000"/>
          </a:xfrm>
          <a:prstGeom prst="ellipse">
            <a:avLst/>
          </a:prstGeom>
          <a:solidFill>
            <a:srgbClr val="238636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46304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自动选择测试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最佳后端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0" y="3383280"/>
            <a:ext cx="2743200" cy="27432"/>
          </a:xfrm>
          <a:prstGeom prst="rect">
            <a:avLst/>
          </a:prstGeom>
          <a:solidFill>
            <a:srgbClr val="F7816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 Select</a:t>
            </a:r>
            <a:endParaRPr lang="en-US" sz="1500" dirty="0"/>
          </a:p>
        </p:txBody>
      </p:sp>
    </p:spTree>
  </p:cSld>
  <p:clrMapOvr>
    <a:masterClrMapping/>
  </p:clrMapOvr>
  <p:transition spd="slow">
    <p:checker dir="vert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8072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74320"/>
            <a:ext cx="2011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11480" y="29260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测试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777240"/>
            <a:ext cx="1188720" cy="36576"/>
          </a:xfrm>
          <a:prstGeom prst="rect">
            <a:avLst/>
          </a:prstGeom>
          <a:solidFill>
            <a:srgbClr val="238636"/>
          </a:solidFill>
          <a:ln/>
        </p:spPr>
      </p:sp>
      <p:sp>
        <p:nvSpPr>
          <p:cNvPr id="6" name="Shape 4"/>
          <p:cNvSpPr/>
          <p:nvPr/>
        </p:nvSpPr>
        <p:spPr>
          <a:xfrm>
            <a:off x="411480" y="1051560"/>
            <a:ext cx="8321040" cy="59436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115568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自动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920240"/>
            <a:ext cx="1965960" cy="141732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920240"/>
            <a:ext cx="1965960" cy="54864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057400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✓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530352" y="2487168"/>
            <a:ext cx="18196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成功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30352" y="2816352"/>
            <a:ext cx="18196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测试通过</a:t>
            </a:r>
            <a:endParaRPr lang="en-US" sz="1000" dirty="0"/>
          </a:p>
        </p:txBody>
      </p:sp>
    </p:spTree>
  </p:cSld>
  <p:clrMapOvr>
    <a:masterClrMapping/>
  </p:clrMapOvr>
  <p:transition spd="slow">
    <p:pull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7" grpId="0" animBg="1"/>
      <p:bldP spid="10" grpId="0" animBg="1"/>
      <p:bldP spid="1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731520"/>
            <a:ext cx="1828800" cy="1828800"/>
          </a:xfrm>
          <a:prstGeom prst="ellipse">
            <a:avLst/>
          </a:prstGeom>
          <a:solidFill>
            <a:srgbClr val="F78166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3657600"/>
            <a:ext cx="2286000" cy="2286000"/>
          </a:xfrm>
          <a:prstGeom prst="ellipse">
            <a:avLst/>
          </a:prstGeom>
          <a:solidFill>
            <a:srgbClr val="238636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0" y="18288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完成</a:t>
            </a:r>
            <a:endParaRPr lang="en-US" sz="4200" dirty="0"/>
          </a:p>
        </p:txBody>
      </p:sp>
    </p:spTree>
  </p:cSld>
  <p:clrMapOvr>
    <a:masterClrMapping/>
  </p:clrMapOvr>
  <p:transition spd="slow">
    <p:pull dir="rd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</Words>
  <Application>Microsoft Office PowerPoint</Application>
  <PresentationFormat>全屏显示(16:9)</PresentationFormat>
  <Paragraphs>13</Paragraphs>
  <Slides>3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5" baseType="lpstr">
      <vt:lpstr>Arial</vt:lpstr>
      <vt:lpstr>Office Theme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松 汪</cp:lastModifiedBy>
  <cp:revision>2</cp:revision>
  <dcterms:created xsi:type="dcterms:W3CDTF">2026-03-28T09:38:09Z</dcterms:created>
  <dcterms:modified xsi:type="dcterms:W3CDTF">2026-03-28T09:38:13Z</dcterms:modified>
</cp:coreProperties>
</file>